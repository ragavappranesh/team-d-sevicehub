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61" r:id="rId4"/>
    <p:sldId id="258" r:id="rId5"/>
    <p:sldId id="259" r:id="rId6"/>
    <p:sldId id="260" r:id="rId7"/>
    <p:sldId id="266" r:id="rId8"/>
    <p:sldId id="262" r:id="rId9"/>
    <p:sldId id="263" r:id="rId10"/>
    <p:sldId id="267" r:id="rId11"/>
    <p:sldId id="264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12:51:23.1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8:57:07.2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24575,'26'11'0,"2"-1"0,0-2 0,0-1 0,0 0 0,32 1 0,31 8 0,257 90 0,-87-22 0,-243-79 0,0-1 0,0-1 0,0-1 0,1 0 0,-1-1 0,1-1 0,-1-1 0,0-1 0,1 0 0,33-10 0,-16 5 0,0 2 0,1 2 0,-1 1 0,64 5 0,-18-1 0,154 16 0,-204-15 0,193 21 0,-109-12 0,28 4 0,-96-10-682,95-1-1,-120-6-6143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8:57:19.4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24533,'3361'328'0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8:57:34.6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192 461 24575,'438'-153'-469,"197"-61"-248,-562 195 932,0 3 0,140-11-1,148 18 328,-261 10-542,131-18 0,-210 14 0,-1 1 0,1 1 0,33 2 0,-46 0 0,1 0 0,-1 1 0,0-1 0,0 2 0,0-1 0,-1 1 0,1 0 0,-1 1 0,1 0 0,-1 0 0,0 1 0,6 5 0,-11-9 0,-1 1 0,1 0 0,0 0 0,-1-1 0,0 1 0,1 0 0,-1 1 0,0-1 0,0 0 0,0 0 0,0 0 0,0 1 0,-1-1 0,1 0 0,-1 1 0,1-1 0,-1 0 0,0 1 0,0-1 0,0 1 0,0-1 0,-1 0 0,1 1 0,-1-1 0,1 0 0,-1 1 0,0-1 0,0 0 0,0 0 0,0 0 0,0 1 0,0-1 0,0 0 0,-1 0 0,-1 1 0,-5 7 0,0 0 0,0-1 0,-1-1 0,0 0 0,-18 13 0,-5 0 0,-1-1 0,-1-3 0,-63 25 0,-119 27 0,138-46 0,30-8 0,-14 5 0,0-3 0,-90 12 0,147-28 0,1 0 0,-1-1 0,0 0 0,0 0 0,0 0 0,1-1 0,-1 1 0,0-1 0,0 0 0,1-1 0,-1 1 0,1-1 0,-1 0 0,1 0 0,0 0 0,-1 0 0,1-1 0,0 0 0,1 0 0,-1 0 0,1 0 0,-5-5 0,-8-6 0,0 1 0,-1 1 0,-1 0 0,0 1 0,0 1 0,-1 1 0,-1 1 0,1 0 0,-35-7 0,-21-2 0,-97-8 0,152 22 0,-356-24 0,359 28 0,0 0 0,0 2 0,0-1 0,0 2 0,0 0 0,-28 12 0,0 5 0,-43 26 0,-5 3 0,42-20 0,-7 4 0,48-30 0,1 1 0,0 0 0,0 1 0,0-1 0,1 2 0,-1-1 0,2 1 0,-1 0 0,1 1 0,0 0 0,-8 12 0,-14 12 0,24-28 0,1 1 0,-1-1 0,1 1 0,0 0 0,0 0 0,1 0 0,-1 0 0,1 1 0,0-1 0,1 1 0,0 0 0,0 0 0,-2 6 0,2-3 0,1 0 0,0 0 0,0 0 0,1 1 0,0-1 0,3 17 0,-2-21 0,0-1 0,1 1 0,-1-1 0,1 0 0,0 0 0,0 1 0,1-1 0,-1 0 0,1-1 0,0 1 0,0 0 0,0-1 0,0 0 0,1 0 0,5 5 0,4 0 0,-1 2 0,-1 0 0,14 14 0,-21-20 0,0 1 0,-1 0 0,0 0 0,0 0 0,0 0 0,0 0 0,-1 0 0,0 1 0,0-1 0,-1 1 0,3 11 0,-2-2 0,3 19 0,-5-32 0,0-1 0,0 0 0,0 0 0,-1 0 0,1 0 0,0 0 0,0 0 0,-1 0 0,1 0 0,-1 0 0,1 0 0,-1 0 0,1 0 0,-1 0 0,0 0 0,1 0 0,-1 0 0,0-1 0,0 1 0,1 0 0,-1 0 0,0-1 0,0 1 0,0-1 0,0 1 0,-1 0 0,-4 1 0,0 0 0,0-1 0,0 1 0,0-1 0,0-1 0,0 1 0,0-1 0,0 0 0,0 0 0,0-1 0,0 0 0,0 0 0,0 0 0,0-1 0,-11-4 0,14 5 0,0-1 0,0 0 0,0 0 0,0 0 0,0 0 0,0 0 0,1-1 0,-1 1 0,1-1 0,-1 1 0,1-1 0,0 0 0,0 0 0,0 0 0,1-1 0,-1 1 0,1 0 0,-1 0 0,1-1 0,0 1 0,0-1 0,1 1 0,-1-1 0,1 0 0,0 1 0,0-1 0,0 1 0,1-7 0,0 4 0,1 0 0,0 0 0,0-1 0,1 1 0,-1 0 0,1 1 0,1-1 0,-1 1 0,1-1 0,0 1 0,0 0 0,0 0 0,1 1 0,0-1 0,9-6 0,9-6 0,2 1 0,31-16 0,-31 19 0,392-183 0,-389 186 0,0 1 0,1 2 0,45-6 0,-43 8 0,0-1 0,57-18 0,-45 9 0,1 3 0,0 1 0,56-6 0,-73 14-1365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0" Type="http://schemas.openxmlformats.org/officeDocument/2006/relationships/customXml" Target="../ink/ink3.xml"/><Relationship Id="rId4" Type="http://schemas.openxmlformats.org/officeDocument/2006/relationships/customXml" Target="../ink/ink1.xml"/><Relationship Id="rId9" Type="http://schemas.openxmlformats.org/officeDocument/2006/relationships/image" Target="../media/image28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Sujal-Pawarr/Java-Quickserve-Applicati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B720B075-DCE8-2A13-9113-93FBC84999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2050" y="3928913"/>
            <a:ext cx="6457950" cy="596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656457"/>
            <a:ext cx="7620000" cy="354493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00601" y="2237482"/>
            <a:ext cx="678084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Quick</a:t>
            </a:r>
            <a:r>
              <a:rPr lang="en-US" sz="5400" b="1" i="0" u="none" strike="noStrike" cap="none" dirty="0" err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Serve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162050" y="3182242"/>
            <a:ext cx="6457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An On-Demand Home Services Platform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162050" y="4281338"/>
            <a:ext cx="6457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Full Stack Java Application • Spring Boot • Modular Frontend</a:t>
            </a:r>
            <a:endParaRPr/>
          </a:p>
        </p:txBody>
      </p:sp>
      <p:pic>
        <p:nvPicPr>
          <p:cNvPr id="4" name="Google Shape;84;p13" descr="Beautify this slide">
            <a:extLst>
              <a:ext uri="{FF2B5EF4-FFF2-40B4-BE49-F238E27FC236}">
                <a16:creationId xmlns:a16="http://schemas.microsoft.com/office/drawing/2014/main" id="{6B8A3031-88C2-427B-D462-8805C3F5DEE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58F1D9-14E8-2CCC-E0F6-CECFF9407787}"/>
              </a:ext>
            </a:extLst>
          </p:cNvPr>
          <p:cNvSpPr txBox="1"/>
          <p:nvPr/>
        </p:nvSpPr>
        <p:spPr>
          <a:xfrm>
            <a:off x="8870541" y="4403228"/>
            <a:ext cx="28289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    Team Members</a:t>
            </a:r>
            <a:endParaRPr lang="en-US" dirty="0">
              <a:solidFill>
                <a:schemeClr val="bg1"/>
              </a:solidFill>
            </a:endParaRPr>
          </a:p>
          <a:p>
            <a:pPr lvl="6"/>
            <a:r>
              <a:rPr lang="en-US" sz="1700" dirty="0">
                <a:solidFill>
                  <a:schemeClr val="accent1"/>
                </a:solidFill>
              </a:rPr>
              <a:t>   Sakshi Rokade</a:t>
            </a:r>
            <a:br>
              <a:rPr lang="en-US" sz="1700" dirty="0">
                <a:solidFill>
                  <a:schemeClr val="accent1"/>
                </a:solidFill>
              </a:rPr>
            </a:br>
            <a:r>
              <a:rPr lang="en-US" sz="1700" dirty="0">
                <a:solidFill>
                  <a:schemeClr val="accent1"/>
                </a:solidFill>
              </a:rPr>
              <a:t>   Sujal Pawar</a:t>
            </a:r>
            <a:br>
              <a:rPr lang="en-US" sz="1700" dirty="0">
                <a:solidFill>
                  <a:schemeClr val="accent1"/>
                </a:solidFill>
              </a:rPr>
            </a:br>
            <a:r>
              <a:rPr lang="en-US" sz="1700" dirty="0">
                <a:solidFill>
                  <a:schemeClr val="accent1"/>
                </a:solidFill>
              </a:rPr>
              <a:t>   </a:t>
            </a:r>
            <a:r>
              <a:rPr lang="en-US" sz="1700" dirty="0" err="1">
                <a:solidFill>
                  <a:schemeClr val="accent1"/>
                </a:solidFill>
              </a:rPr>
              <a:t>Ragavappranesh</a:t>
            </a:r>
            <a:r>
              <a:rPr lang="en-IN" sz="1700" dirty="0">
                <a:solidFill>
                  <a:schemeClr val="accent1"/>
                </a:solidFill>
              </a:rPr>
              <a:t> S</a:t>
            </a:r>
          </a:p>
          <a:p>
            <a:pPr lvl="6"/>
            <a:r>
              <a:rPr lang="en-IN" sz="1700" dirty="0">
                <a:solidFill>
                  <a:schemeClr val="accent1"/>
                </a:solidFill>
              </a:rPr>
              <a:t>   Varendra Babu Koppula</a:t>
            </a:r>
            <a:endParaRPr lang="en-US" sz="17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140493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1814512"/>
            <a:ext cx="52292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market for home services (plumbers, electricians, cleaners) is fragmented. Users struggle to find verified professionals, and providers lack a unified platform to manage bookings.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42423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93858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QuickServe</a:t>
            </a: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is a centralized web application that bridges this gap.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4700587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For Users:</a:t>
            </a: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Easy booking, secure payments, and reliable service.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5548312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For Providers:</a:t>
            </a: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Digital presence, job management, and verified income.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461962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81025" y="461962"/>
            <a:ext cx="47625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196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5673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921E33-AA0B-F4DE-D0B7-DD28BB924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989" y="1768577"/>
            <a:ext cx="6204272" cy="3311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71525" y="581025"/>
            <a:ext cx="4990623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System Roles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81025" y="1509712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1. The User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04837" y="1990724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Can browse services, book appointments, track status via user_dashboard.html, and leave reviews.</a:t>
            </a:r>
            <a:endParaRPr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581025" y="3117057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2. The Provider</a:t>
            </a:r>
            <a:endParaRPr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581025" y="3609975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Manages availability in sp_availability.html, accepts bookings, and uploads verification documents.</a:t>
            </a:r>
            <a:endParaRPr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581025" y="4862512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3. The Admin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581025" y="5412581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controller of the platform. Verifies provider docs in admin_documents.html and oversees all bookings.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89B4EC-F479-C3E7-B08D-6A1EEA91B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474" y="0"/>
            <a:ext cx="6105525" cy="4067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77516"/>
            <a:ext cx="3486150" cy="3245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77516"/>
            <a:ext cx="3486150" cy="3245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77516"/>
            <a:ext cx="3486150" cy="324594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76300" y="318239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Backend Core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76300" y="3696741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Built on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Java Spring Boot</a:t>
            </a: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following the MVC pattern.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4401591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Key Controllers: AuthController, BookingController, PaymentController.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8200" y="318239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Frontend Layer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8200" y="3696741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Responsive interface using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HTML5, CSS3, &amp; JavaScript</a:t>
            </a: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8200" y="4401591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Modular JS: api.js for requests, storage.js for state, chat.js for realtime updates.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0100" y="318239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Data Persistence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20100" y="3696741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Robust relational database architecture.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20100" y="4401591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Entities: User, ServiceProvider, Booking, Review stored in quickserve.db.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610891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610891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610891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Technical Architecture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57362"/>
            <a:ext cx="34861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757362"/>
            <a:ext cx="34861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757362"/>
            <a:ext cx="3486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76300" y="266223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Wallet &amp; Payments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76300" y="3176587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Integrated digital wallet system.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48200" y="266223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Communication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648200" y="3176587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Real-time interaction tools.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20100" y="266223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Trust &amp; Verification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20100" y="3176587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Safety-first approach.</a:t>
            </a:r>
            <a:endParaRPr dirty="0"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0907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942975" y="39766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1066800" y="3881437"/>
            <a:ext cx="2705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Load money via userbookings.html</a:t>
            </a:r>
            <a:endParaRPr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942975" y="4633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1066800" y="4586287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Transaction history logging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42975" y="505634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1066800" y="4986337"/>
            <a:ext cx="2705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Secure endpoints in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BookingController</a:t>
            </a:r>
            <a:endParaRPr dirty="0"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09073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4728702" y="36337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4838700" y="3576637"/>
            <a:ext cx="2705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Live Chat: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User-to-/Provider messaging</a:t>
            </a:r>
            <a:endParaRPr dirty="0"/>
          </a:p>
        </p:txBody>
      </p:sp>
      <p:sp>
        <p:nvSpPr>
          <p:cNvPr id="153" name="Google Shape;153;p16"/>
          <p:cNvSpPr txBox="1"/>
          <p:nvPr/>
        </p:nvSpPr>
        <p:spPr>
          <a:xfrm>
            <a:off x="4721481" y="438149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4838700" y="428148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Chatbot: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Automated support via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ChatbotController</a:t>
            </a:r>
            <a:endParaRPr dirty="0"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0907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505825" y="365759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7" name="Google Shape;157;p16"/>
          <p:cNvSpPr txBox="1"/>
          <p:nvPr/>
        </p:nvSpPr>
        <p:spPr>
          <a:xfrm>
            <a:off x="8610600" y="357663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Document upload &amp; verification logic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505825" y="431530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9" name="Google Shape;159;p16"/>
          <p:cNvSpPr txBox="1"/>
          <p:nvPr/>
        </p:nvSpPr>
        <p:spPr>
          <a:xfrm>
            <a:off x="8610600" y="428148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Secure Authentication using SecurityConfig.java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Key Features</a:t>
            </a:r>
            <a:endParaRPr dirty="0"/>
          </a:p>
        </p:txBody>
      </p:sp>
      <p:sp>
        <p:nvSpPr>
          <p:cNvPr id="161" name="Google Shape;161;p16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15962" y="1223309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Beyond the core booking loop,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QuickServe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includes advanced modules for a better user experience.</a:t>
            </a:r>
            <a:endParaRPr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914400" y="2314575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Dark Mode: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Implemented via dark-mode.js to reduce eye strain and improve battery life on mobile devices.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904875" y="3301941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Smart Invoicing: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Automated PDF receipt generation logic within InvoiceService.java for transparent record-keeping.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904875" y="4639828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Doc Verification: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A dedicated pipeline for Admin review of provider credentials via admin_documents.html.</a:t>
            </a:r>
            <a:endParaRPr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914400" y="435393"/>
            <a:ext cx="113814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Additional Features</a:t>
            </a:r>
          </a:p>
        </p:txBody>
      </p:sp>
      <p:sp>
        <p:nvSpPr>
          <p:cNvPr id="175" name="Google Shape;175;p17"/>
          <p:cNvSpPr/>
          <p:nvPr/>
        </p:nvSpPr>
        <p:spPr>
          <a:xfrm>
            <a:off x="619919" y="435393"/>
            <a:ext cx="47625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237" y="239565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420" y="339302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420" y="470765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2DED02-D67E-EA28-09BB-DB6C6AF00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712392"/>
            <a:ext cx="5480050" cy="2606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55ED2B-4D7E-823A-710C-3E26965FB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7" y="3686507"/>
            <a:ext cx="5480050" cy="26210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C360-6B98-447A-5C62-B64330248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`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F9C8C-E38D-FF62-CA61-18B2663A1C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133;p16" descr="image.png">
            <a:extLst>
              <a:ext uri="{FF2B5EF4-FFF2-40B4-BE49-F238E27FC236}">
                <a16:creationId xmlns:a16="http://schemas.microsoft.com/office/drawing/2014/main" id="{7B00DC68-AA15-5058-1445-6F89F5A313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B4733-0FC1-F737-E295-C6AFB786FFF9}"/>
              </a:ext>
            </a:extLst>
          </p:cNvPr>
          <p:cNvSpPr txBox="1"/>
          <p:nvPr/>
        </p:nvSpPr>
        <p:spPr>
          <a:xfrm>
            <a:off x="558800" y="234339"/>
            <a:ext cx="721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</a:p>
        </p:txBody>
      </p:sp>
      <p:sp>
        <p:nvSpPr>
          <p:cNvPr id="7" name="Google Shape;221;p19">
            <a:extLst>
              <a:ext uri="{FF2B5EF4-FFF2-40B4-BE49-F238E27FC236}">
                <a16:creationId xmlns:a16="http://schemas.microsoft.com/office/drawing/2014/main" id="{F114A7A6-D206-C790-568A-0799E7704EC5}"/>
              </a:ext>
            </a:extLst>
          </p:cNvPr>
          <p:cNvSpPr/>
          <p:nvPr/>
        </p:nvSpPr>
        <p:spPr>
          <a:xfrm flipH="1">
            <a:off x="390096" y="246932"/>
            <a:ext cx="45719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A screenshot of a website&#10;&#10;AI-generated content may be incorrect.">
            <a:extLst>
              <a:ext uri="{FF2B5EF4-FFF2-40B4-BE49-F238E27FC236}">
                <a16:creationId xmlns:a16="http://schemas.microsoft.com/office/drawing/2014/main" id="{A73AC11A-EE17-DBCC-8429-DD735A03D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5" y="1142827"/>
            <a:ext cx="4460465" cy="50514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F73775-B448-3FC6-DD1E-DBAC17342BAA}"/>
                  </a:ext>
                </a:extLst>
              </p14:cNvPr>
              <p14:cNvContentPartPr/>
              <p14:nvPr/>
            </p14:nvContentPartPr>
            <p14:xfrm>
              <a:off x="3523224" y="4474296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F73775-B448-3FC6-DD1E-DBAC17342B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17104" y="44681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894247-A114-E0F7-E086-51A65CC76A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3598" y="152935"/>
            <a:ext cx="6281075" cy="30743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0246CE-C9F3-F93D-19F2-BEE51620E1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172" y="3380213"/>
            <a:ext cx="6266501" cy="32979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699083-A738-65B7-14BA-48557044FDD1}"/>
                  </a:ext>
                </a:extLst>
              </p14:cNvPr>
              <p14:cNvContentPartPr/>
              <p14:nvPr/>
            </p14:nvContentPartPr>
            <p14:xfrm>
              <a:off x="855290" y="4984788"/>
              <a:ext cx="874440" cy="118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699083-A738-65B7-14BA-48557044FD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9170" y="4978668"/>
                <a:ext cx="88668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1AAA91E-A0BC-9B19-8820-328C67589A78}"/>
                  </a:ext>
                </a:extLst>
              </p14:cNvPr>
              <p14:cNvContentPartPr/>
              <p14:nvPr/>
            </p14:nvContentPartPr>
            <p14:xfrm>
              <a:off x="530570" y="4473228"/>
              <a:ext cx="1210320" cy="118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1AAA91E-A0BC-9B19-8820-328C67589A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7570" y="4410588"/>
                <a:ext cx="13359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4B27871-D903-54B0-7250-404B36A580E2}"/>
                  </a:ext>
                </a:extLst>
              </p14:cNvPr>
              <p14:cNvContentPartPr/>
              <p14:nvPr/>
            </p14:nvContentPartPr>
            <p14:xfrm>
              <a:off x="334010" y="4415988"/>
              <a:ext cx="920520" cy="363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4B27871-D903-54B0-7250-404B36A580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1370" y="4353348"/>
                <a:ext cx="1046160" cy="489240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D75C2B97-0232-780C-7492-F3A8BC2EEC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6393" y="4356618"/>
            <a:ext cx="1453337" cy="4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75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/>
          <p:nvPr/>
        </p:nvSpPr>
        <p:spPr>
          <a:xfrm>
            <a:off x="581025" y="3496716"/>
            <a:ext cx="11029950" cy="1905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5583" y="326811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31390" y="3934866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Signup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81025" y="4392066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User registers &amp; logs in via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AuthController</a:t>
            </a:r>
            <a:endParaRPr dirty="0"/>
          </a:p>
        </p:txBody>
      </p:sp>
      <p:pic>
        <p:nvPicPr>
          <p:cNvPr id="203" name="Google Shape;20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96729" y="326811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2792536" y="3934866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Browse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2842170" y="4392066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Filter services by category (Plumber, Cleaner)</a:t>
            </a:r>
            <a:endParaRPr/>
          </a:p>
        </p:txBody>
      </p:sp>
      <p:pic>
        <p:nvPicPr>
          <p:cNvPr id="206" name="Google Shape;2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75" y="326811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5053682" y="3934866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Book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5103316" y="4392066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Select provider &amp; schedule time slot</a:t>
            </a:r>
            <a:endParaRPr/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9020" y="326811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7314827" y="3934866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Pay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364462" y="4392066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Funds deducted from Wallet balance</a:t>
            </a:r>
            <a:endParaRPr/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80166" y="326811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9575973" y="3934866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Review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9625607" y="4392066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Rate service quality to build trust</a:t>
            </a:r>
            <a:endParaRPr/>
          </a:p>
        </p:txBody>
      </p:sp>
      <p:pic>
        <p:nvPicPr>
          <p:cNvPr id="215" name="Google Shape;21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54646" y="341099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39604" y="341099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0275" y="341099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47608" y="3410991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08753" y="3410991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Service Workflow</a:t>
            </a:r>
            <a:endParaRPr dirty="0"/>
          </a:p>
        </p:txBody>
      </p:sp>
      <p:sp>
        <p:nvSpPr>
          <p:cNvPr id="221" name="Google Shape;221;p19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666750" y="1476374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Strategic roadmap to enhance the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QuickServe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ecosystem.</a:t>
            </a:r>
            <a:endParaRPr dirty="0"/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50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914400" y="2419350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Native Mobile Experience: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Transitioning core modules to React Native for offline support and better performance.</a:t>
            </a:r>
            <a:endParaRPr dirty="0"/>
          </a:p>
        </p:txBody>
      </p:sp>
      <p:sp>
        <p:nvSpPr>
          <p:cNvPr id="231" name="Google Shape;231;p20"/>
          <p:cNvSpPr txBox="1"/>
          <p:nvPr/>
        </p:nvSpPr>
        <p:spPr>
          <a:xfrm>
            <a:off x="914400" y="3571875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AI Smart Matching: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Implementing ML algorithms to suggest providers based on user history and job complexity.</a:t>
            </a:r>
            <a:endParaRPr dirty="0"/>
          </a:p>
        </p:txBody>
      </p:sp>
      <p:sp>
        <p:nvSpPr>
          <p:cNvPr id="232" name="Google Shape;232;p20"/>
          <p:cNvSpPr txBox="1"/>
          <p:nvPr/>
        </p:nvSpPr>
        <p:spPr>
          <a:xfrm>
            <a:off x="914400" y="4724400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Real-Time Geolocation:</a:t>
            </a: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Integrating Google Maps API for live provider tracking and route optimization.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914400" y="557212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Subscription Models: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Introducing "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QuickServe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Pro" for premium support and zero booking fees.</a:t>
            </a:r>
            <a:endParaRPr dirty="0"/>
          </a:p>
        </p:txBody>
      </p:sp>
      <p:sp>
        <p:nvSpPr>
          <p:cNvPr id="234" name="Google Shape;234;p20"/>
          <p:cNvSpPr txBox="1"/>
          <p:nvPr/>
        </p:nvSpPr>
        <p:spPr>
          <a:xfrm>
            <a:off x="771525" y="438150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Future Capabilities</a:t>
            </a:r>
            <a:endParaRPr dirty="0"/>
          </a:p>
        </p:txBody>
      </p:sp>
      <p:sp>
        <p:nvSpPr>
          <p:cNvPr id="235" name="Google Shape;235;p20"/>
          <p:cNvSpPr/>
          <p:nvPr/>
        </p:nvSpPr>
        <p:spPr>
          <a:xfrm>
            <a:off x="581025" y="438150"/>
            <a:ext cx="47625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4837" y="248373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3662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78950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67690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013EE-B027-7CAE-3C3C-9B9CB887B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Google Shape;133;p16" descr="image.png">
            <a:extLst>
              <a:ext uri="{FF2B5EF4-FFF2-40B4-BE49-F238E27FC236}">
                <a16:creationId xmlns:a16="http://schemas.microsoft.com/office/drawing/2014/main" id="{8A2FB009-7B90-A5B8-A210-7D68010FCD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4814A9-7ADC-2ED4-D807-DD8DBD8C0BFA}"/>
              </a:ext>
            </a:extLst>
          </p:cNvPr>
          <p:cNvSpPr txBox="1"/>
          <p:nvPr/>
        </p:nvSpPr>
        <p:spPr>
          <a:xfrm>
            <a:off x="709612" y="598808"/>
            <a:ext cx="619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r>
              <a:rPr lang="en-US" sz="36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  Link</a:t>
            </a:r>
            <a:endParaRPr lang="en-US" sz="3600" dirty="0"/>
          </a:p>
        </p:txBody>
      </p:sp>
      <p:sp>
        <p:nvSpPr>
          <p:cNvPr id="9" name="Google Shape;221;p19">
            <a:extLst>
              <a:ext uri="{FF2B5EF4-FFF2-40B4-BE49-F238E27FC236}">
                <a16:creationId xmlns:a16="http://schemas.microsoft.com/office/drawing/2014/main" id="{4751E94C-3679-A217-B27F-1F7A8C21D7A8}"/>
              </a:ext>
            </a:extLst>
          </p:cNvPr>
          <p:cNvSpPr/>
          <p:nvPr/>
        </p:nvSpPr>
        <p:spPr>
          <a:xfrm>
            <a:off x="582532" y="598808"/>
            <a:ext cx="47625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5AC29-EFB9-1AEF-AF6B-1D3CF2EB59A4}"/>
              </a:ext>
            </a:extLst>
          </p:cNvPr>
          <p:cNvSpPr txBox="1"/>
          <p:nvPr/>
        </p:nvSpPr>
        <p:spPr>
          <a:xfrm>
            <a:off x="709612" y="1653371"/>
            <a:ext cx="104566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https://github.com/SSujal-Pawarr/Java-Quickserve-Application</a:t>
            </a:r>
            <a:endParaRPr lang="en-IN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479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4182639" y="1085478"/>
            <a:ext cx="3826572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dirty="0"/>
          </a:p>
        </p:txBody>
      </p:sp>
      <p:sp>
        <p:nvSpPr>
          <p:cNvPr id="246" name="Google Shape;246;p21"/>
          <p:cNvSpPr txBox="1"/>
          <p:nvPr/>
        </p:nvSpPr>
        <p:spPr>
          <a:xfrm>
            <a:off x="2285925" y="299963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QuickServe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demonstrates a scalable, secure, and user-friendly architecture for modern service marketplaces.</a:t>
            </a:r>
            <a:endParaRPr dirty="0"/>
          </a:p>
        </p:txBody>
      </p:sp>
      <p:pic>
        <p:nvPicPr>
          <p:cNvPr id="247" name="Google Shape;24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1037" y="424428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4067175" y="4920555"/>
            <a:ext cx="13239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Clean Architecture</a:t>
            </a:r>
            <a:endParaRPr/>
          </a:p>
        </p:txBody>
      </p:sp>
      <p:pic>
        <p:nvPicPr>
          <p:cNvPr id="249" name="Google Shape;24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0762" y="42442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72150" y="4920555"/>
            <a:ext cx="103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Secure Design</a:t>
            </a:r>
            <a:endParaRPr/>
          </a:p>
        </p:txBody>
      </p:sp>
      <p:pic>
        <p:nvPicPr>
          <p:cNvPr id="251" name="Google Shape;25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67600" y="42442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7191375" y="4920555"/>
            <a:ext cx="933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Future Ready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550</Words>
  <Application>Microsoft Office PowerPoint</Application>
  <PresentationFormat>Widescreen</PresentationFormat>
  <Paragraphs>82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`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sujal pawar</dc:creator>
  <cp:lastModifiedBy>Sujal Pawar</cp:lastModifiedBy>
  <cp:revision>9</cp:revision>
  <dcterms:modified xsi:type="dcterms:W3CDTF">2025-12-16T09:11:50Z</dcterms:modified>
</cp:coreProperties>
</file>